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"/>
  </p:notesMasterIdLst>
  <p:handoutMasterIdLst>
    <p:handoutMasterId r:id="rId5"/>
  </p:handoutMasterIdLst>
  <p:sldIdLst>
    <p:sldId id="256" r:id="rId2"/>
    <p:sldId id="257" r:id="rId3"/>
  </p:sldIdLst>
  <p:sldSz cx="5327650" cy="3779838"/>
  <p:notesSz cx="9926638" cy="6797675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4546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50" autoAdjust="0"/>
    <p:restoredTop sz="94660"/>
  </p:normalViewPr>
  <p:slideViewPr>
    <p:cSldViewPr snapToGrid="0">
      <p:cViewPr varScale="1">
        <p:scale>
          <a:sx n="178" d="100"/>
          <a:sy n="178" d="100"/>
        </p:scale>
        <p:origin x="1200" y="15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notesViewPr>
    <p:cSldViewPr snapToGrid="0">
      <p:cViewPr varScale="1">
        <p:scale>
          <a:sx n="108" d="100"/>
          <a:sy n="108" d="100"/>
        </p:scale>
        <p:origin x="1638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8926F09-E2D6-B851-2F61-476A35C480B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4302625" cy="34026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B59BF81-89A7-115D-E040-26C1599D761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5621696" y="0"/>
            <a:ext cx="4302625" cy="34026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1C6A49-89E9-4377-8D41-1709856AE388}" type="datetimeFigureOut">
              <a:rPr lang="en-GB" smtClean="0"/>
              <a:t>03/06/2026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0CB7235-5ABC-19FF-3EF7-07F3DA825D5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6457410"/>
            <a:ext cx="4302625" cy="34026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47D617-C1AD-B3EB-99D5-6CA38E2C913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621696" y="6457410"/>
            <a:ext cx="4302625" cy="34026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CBC315-B028-46FA-9C26-36995815110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9229328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02125" cy="3413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622925" y="0"/>
            <a:ext cx="4302125" cy="3413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38A276-27F5-480B-A5CA-5153811B7CC3}" type="datetimeFigureOut">
              <a:rPr lang="en-GB" smtClean="0"/>
              <a:t>03/06/2026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346450" y="849313"/>
            <a:ext cx="3233738" cy="229393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92188" y="3271838"/>
            <a:ext cx="7942262" cy="26765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456363"/>
            <a:ext cx="4302125" cy="3413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622925" y="6456363"/>
            <a:ext cx="4302125" cy="3413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0C21FD-6EC6-444C-A8F0-2A9018B59B2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250632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37083" rtl="0" eaLnBrk="1" latinLnBrk="0" hangingPunct="1">
      <a:defRPr sz="574" kern="1200">
        <a:solidFill>
          <a:schemeClr val="tx1"/>
        </a:solidFill>
        <a:latin typeface="+mn-lt"/>
        <a:ea typeface="+mn-ea"/>
        <a:cs typeface="+mn-cs"/>
      </a:defRPr>
    </a:lvl1pPr>
    <a:lvl2pPr marL="218542" algn="l" defTabSz="437083" rtl="0" eaLnBrk="1" latinLnBrk="0" hangingPunct="1">
      <a:defRPr sz="574" kern="1200">
        <a:solidFill>
          <a:schemeClr val="tx1"/>
        </a:solidFill>
        <a:latin typeface="+mn-lt"/>
        <a:ea typeface="+mn-ea"/>
        <a:cs typeface="+mn-cs"/>
      </a:defRPr>
    </a:lvl2pPr>
    <a:lvl3pPr marL="437083" algn="l" defTabSz="437083" rtl="0" eaLnBrk="1" latinLnBrk="0" hangingPunct="1">
      <a:defRPr sz="574" kern="1200">
        <a:solidFill>
          <a:schemeClr val="tx1"/>
        </a:solidFill>
        <a:latin typeface="+mn-lt"/>
        <a:ea typeface="+mn-ea"/>
        <a:cs typeface="+mn-cs"/>
      </a:defRPr>
    </a:lvl3pPr>
    <a:lvl4pPr marL="655625" algn="l" defTabSz="437083" rtl="0" eaLnBrk="1" latinLnBrk="0" hangingPunct="1">
      <a:defRPr sz="574" kern="1200">
        <a:solidFill>
          <a:schemeClr val="tx1"/>
        </a:solidFill>
        <a:latin typeface="+mn-lt"/>
        <a:ea typeface="+mn-ea"/>
        <a:cs typeface="+mn-cs"/>
      </a:defRPr>
    </a:lvl4pPr>
    <a:lvl5pPr marL="874166" algn="l" defTabSz="437083" rtl="0" eaLnBrk="1" latinLnBrk="0" hangingPunct="1">
      <a:defRPr sz="574" kern="1200">
        <a:solidFill>
          <a:schemeClr val="tx1"/>
        </a:solidFill>
        <a:latin typeface="+mn-lt"/>
        <a:ea typeface="+mn-ea"/>
        <a:cs typeface="+mn-cs"/>
      </a:defRPr>
    </a:lvl5pPr>
    <a:lvl6pPr marL="1092708" algn="l" defTabSz="437083" rtl="0" eaLnBrk="1" latinLnBrk="0" hangingPunct="1">
      <a:defRPr sz="574" kern="1200">
        <a:solidFill>
          <a:schemeClr val="tx1"/>
        </a:solidFill>
        <a:latin typeface="+mn-lt"/>
        <a:ea typeface="+mn-ea"/>
        <a:cs typeface="+mn-cs"/>
      </a:defRPr>
    </a:lvl6pPr>
    <a:lvl7pPr marL="1311250" algn="l" defTabSz="437083" rtl="0" eaLnBrk="1" latinLnBrk="0" hangingPunct="1">
      <a:defRPr sz="574" kern="1200">
        <a:solidFill>
          <a:schemeClr val="tx1"/>
        </a:solidFill>
        <a:latin typeface="+mn-lt"/>
        <a:ea typeface="+mn-ea"/>
        <a:cs typeface="+mn-cs"/>
      </a:defRPr>
    </a:lvl7pPr>
    <a:lvl8pPr marL="1529791" algn="l" defTabSz="437083" rtl="0" eaLnBrk="1" latinLnBrk="0" hangingPunct="1">
      <a:defRPr sz="574" kern="1200">
        <a:solidFill>
          <a:schemeClr val="tx1"/>
        </a:solidFill>
        <a:latin typeface="+mn-lt"/>
        <a:ea typeface="+mn-ea"/>
        <a:cs typeface="+mn-cs"/>
      </a:defRPr>
    </a:lvl8pPr>
    <a:lvl9pPr marL="1748333" algn="l" defTabSz="437083" rtl="0" eaLnBrk="1" latinLnBrk="0" hangingPunct="1">
      <a:defRPr sz="574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0C21FD-6EC6-444C-A8F0-2A9018B59B27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259110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9574" y="618599"/>
            <a:ext cx="4528503" cy="1315944"/>
          </a:xfrm>
        </p:spPr>
        <p:txBody>
          <a:bodyPr anchor="b"/>
          <a:lstStyle>
            <a:lvl1pPr algn="ctr">
              <a:defRPr sz="330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65956" y="1985290"/>
            <a:ext cx="3995738" cy="912586"/>
          </a:xfrm>
        </p:spPr>
        <p:txBody>
          <a:bodyPr/>
          <a:lstStyle>
            <a:lvl1pPr marL="0" indent="0" algn="ctr">
              <a:buNone/>
              <a:defRPr sz="1323"/>
            </a:lvl1pPr>
            <a:lvl2pPr marL="252009" indent="0" algn="ctr">
              <a:buNone/>
              <a:defRPr sz="1102"/>
            </a:lvl2pPr>
            <a:lvl3pPr marL="504017" indent="0" algn="ctr">
              <a:buNone/>
              <a:defRPr sz="992"/>
            </a:lvl3pPr>
            <a:lvl4pPr marL="756026" indent="0" algn="ctr">
              <a:buNone/>
              <a:defRPr sz="882"/>
            </a:lvl4pPr>
            <a:lvl5pPr marL="1008035" indent="0" algn="ctr">
              <a:buNone/>
              <a:defRPr sz="882"/>
            </a:lvl5pPr>
            <a:lvl6pPr marL="1260043" indent="0" algn="ctr">
              <a:buNone/>
              <a:defRPr sz="882"/>
            </a:lvl6pPr>
            <a:lvl7pPr marL="1512052" indent="0" algn="ctr">
              <a:buNone/>
              <a:defRPr sz="882"/>
            </a:lvl7pPr>
            <a:lvl8pPr marL="1764060" indent="0" algn="ctr">
              <a:buNone/>
              <a:defRPr sz="882"/>
            </a:lvl8pPr>
            <a:lvl9pPr marL="2016069" indent="0" algn="ctr">
              <a:buNone/>
              <a:defRPr sz="882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CBDEB-8E31-4438-A2D1-A55D110037D3}" type="datetimeFigureOut">
              <a:rPr lang="en-GB" smtClean="0"/>
              <a:t>03/06/2026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7884C-BF1A-47AE-BA35-2216B8A457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04310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CBDEB-8E31-4438-A2D1-A55D110037D3}" type="datetimeFigureOut">
              <a:rPr lang="en-GB" smtClean="0"/>
              <a:t>03/06/2026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7884C-BF1A-47AE-BA35-2216B8A457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267489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501" y="942336"/>
            <a:ext cx="4595098" cy="1572307"/>
          </a:xfrm>
        </p:spPr>
        <p:txBody>
          <a:bodyPr anchor="b"/>
          <a:lstStyle>
            <a:lvl1pPr>
              <a:defRPr sz="330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63501" y="2529518"/>
            <a:ext cx="4595098" cy="826839"/>
          </a:xfrm>
        </p:spPr>
        <p:txBody>
          <a:bodyPr/>
          <a:lstStyle>
            <a:lvl1pPr marL="0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1pPr>
            <a:lvl2pPr marL="252009" indent="0">
              <a:buNone/>
              <a:defRPr sz="1102">
                <a:solidFill>
                  <a:schemeClr val="tx1">
                    <a:tint val="82000"/>
                  </a:schemeClr>
                </a:solidFill>
              </a:defRPr>
            </a:lvl2pPr>
            <a:lvl3pPr marL="504017" indent="0">
              <a:buNone/>
              <a:defRPr sz="992">
                <a:solidFill>
                  <a:schemeClr val="tx1">
                    <a:tint val="82000"/>
                  </a:schemeClr>
                </a:solidFill>
              </a:defRPr>
            </a:lvl3pPr>
            <a:lvl4pPr marL="756026" indent="0">
              <a:buNone/>
              <a:defRPr sz="882">
                <a:solidFill>
                  <a:schemeClr val="tx1">
                    <a:tint val="82000"/>
                  </a:schemeClr>
                </a:solidFill>
              </a:defRPr>
            </a:lvl4pPr>
            <a:lvl5pPr marL="1008035" indent="0">
              <a:buNone/>
              <a:defRPr sz="882">
                <a:solidFill>
                  <a:schemeClr val="tx1">
                    <a:tint val="82000"/>
                  </a:schemeClr>
                </a:solidFill>
              </a:defRPr>
            </a:lvl5pPr>
            <a:lvl6pPr marL="1260043" indent="0">
              <a:buNone/>
              <a:defRPr sz="882">
                <a:solidFill>
                  <a:schemeClr val="tx1">
                    <a:tint val="82000"/>
                  </a:schemeClr>
                </a:solidFill>
              </a:defRPr>
            </a:lvl6pPr>
            <a:lvl7pPr marL="1512052" indent="0">
              <a:buNone/>
              <a:defRPr sz="882">
                <a:solidFill>
                  <a:schemeClr val="tx1">
                    <a:tint val="82000"/>
                  </a:schemeClr>
                </a:solidFill>
              </a:defRPr>
            </a:lvl7pPr>
            <a:lvl8pPr marL="1764060" indent="0">
              <a:buNone/>
              <a:defRPr sz="882">
                <a:solidFill>
                  <a:schemeClr val="tx1">
                    <a:tint val="82000"/>
                  </a:schemeClr>
                </a:solidFill>
              </a:defRPr>
            </a:lvl8pPr>
            <a:lvl9pPr marL="2016069" indent="0">
              <a:buNone/>
              <a:defRPr sz="882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CBDEB-8E31-4438-A2D1-A55D110037D3}" type="datetimeFigureOut">
              <a:rPr lang="en-GB" smtClean="0"/>
              <a:t>03/06/2026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7884C-BF1A-47AE-BA35-2216B8A457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610821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66276" y="1006207"/>
            <a:ext cx="2264251" cy="23982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697123" y="1006207"/>
            <a:ext cx="2264251" cy="23982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CBDEB-8E31-4438-A2D1-A55D110037D3}" type="datetimeFigureOut">
              <a:rPr lang="en-GB" smtClean="0"/>
              <a:t>03/06/2026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7884C-BF1A-47AE-BA35-2216B8A457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722085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6970" y="201242"/>
            <a:ext cx="4595098" cy="7305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66971" y="926586"/>
            <a:ext cx="2253845" cy="454105"/>
          </a:xfrm>
        </p:spPr>
        <p:txBody>
          <a:bodyPr anchor="b"/>
          <a:lstStyle>
            <a:lvl1pPr marL="0" indent="0">
              <a:buNone/>
              <a:defRPr sz="1323" b="1"/>
            </a:lvl1pPr>
            <a:lvl2pPr marL="252009" indent="0">
              <a:buNone/>
              <a:defRPr sz="1102" b="1"/>
            </a:lvl2pPr>
            <a:lvl3pPr marL="504017" indent="0">
              <a:buNone/>
              <a:defRPr sz="992" b="1"/>
            </a:lvl3pPr>
            <a:lvl4pPr marL="756026" indent="0">
              <a:buNone/>
              <a:defRPr sz="882" b="1"/>
            </a:lvl4pPr>
            <a:lvl5pPr marL="1008035" indent="0">
              <a:buNone/>
              <a:defRPr sz="882" b="1"/>
            </a:lvl5pPr>
            <a:lvl6pPr marL="1260043" indent="0">
              <a:buNone/>
              <a:defRPr sz="882" b="1"/>
            </a:lvl6pPr>
            <a:lvl7pPr marL="1512052" indent="0">
              <a:buNone/>
              <a:defRPr sz="882" b="1"/>
            </a:lvl7pPr>
            <a:lvl8pPr marL="1764060" indent="0">
              <a:buNone/>
              <a:defRPr sz="882" b="1"/>
            </a:lvl8pPr>
            <a:lvl9pPr marL="2016069" indent="0">
              <a:buNone/>
              <a:defRPr sz="88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66971" y="1380691"/>
            <a:ext cx="2253845" cy="2030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697123" y="926586"/>
            <a:ext cx="2264945" cy="454105"/>
          </a:xfrm>
        </p:spPr>
        <p:txBody>
          <a:bodyPr anchor="b"/>
          <a:lstStyle>
            <a:lvl1pPr marL="0" indent="0">
              <a:buNone/>
              <a:defRPr sz="1323" b="1"/>
            </a:lvl1pPr>
            <a:lvl2pPr marL="252009" indent="0">
              <a:buNone/>
              <a:defRPr sz="1102" b="1"/>
            </a:lvl2pPr>
            <a:lvl3pPr marL="504017" indent="0">
              <a:buNone/>
              <a:defRPr sz="992" b="1"/>
            </a:lvl3pPr>
            <a:lvl4pPr marL="756026" indent="0">
              <a:buNone/>
              <a:defRPr sz="882" b="1"/>
            </a:lvl4pPr>
            <a:lvl5pPr marL="1008035" indent="0">
              <a:buNone/>
              <a:defRPr sz="882" b="1"/>
            </a:lvl5pPr>
            <a:lvl6pPr marL="1260043" indent="0">
              <a:buNone/>
              <a:defRPr sz="882" b="1"/>
            </a:lvl6pPr>
            <a:lvl7pPr marL="1512052" indent="0">
              <a:buNone/>
              <a:defRPr sz="882" b="1"/>
            </a:lvl7pPr>
            <a:lvl8pPr marL="1764060" indent="0">
              <a:buNone/>
              <a:defRPr sz="882" b="1"/>
            </a:lvl8pPr>
            <a:lvl9pPr marL="2016069" indent="0">
              <a:buNone/>
              <a:defRPr sz="88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697123" y="1380691"/>
            <a:ext cx="2264945" cy="2030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CBDEB-8E31-4438-A2D1-A55D110037D3}" type="datetimeFigureOut">
              <a:rPr lang="en-GB" smtClean="0"/>
              <a:t>03/06/2026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7884C-BF1A-47AE-BA35-2216B8A457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668765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CBDEB-8E31-4438-A2D1-A55D110037D3}" type="datetimeFigureOut">
              <a:rPr lang="en-GB" smtClean="0"/>
              <a:t>03/06/2026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7884C-BF1A-47AE-BA35-2216B8A457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203679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CBDEB-8E31-4438-A2D1-A55D110037D3}" type="datetimeFigureOut">
              <a:rPr lang="en-GB" smtClean="0"/>
              <a:t>03/06/2026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7884C-BF1A-47AE-BA35-2216B8A457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441647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6970" y="251989"/>
            <a:ext cx="1718306" cy="881962"/>
          </a:xfrm>
        </p:spPr>
        <p:txBody>
          <a:bodyPr anchor="b"/>
          <a:lstStyle>
            <a:lvl1pPr>
              <a:defRPr sz="176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64945" y="544227"/>
            <a:ext cx="2697123" cy="2686135"/>
          </a:xfrm>
        </p:spPr>
        <p:txBody>
          <a:bodyPr/>
          <a:lstStyle>
            <a:lvl1pPr>
              <a:defRPr sz="1764"/>
            </a:lvl1pPr>
            <a:lvl2pPr>
              <a:defRPr sz="1543"/>
            </a:lvl2pPr>
            <a:lvl3pPr>
              <a:defRPr sz="1323"/>
            </a:lvl3pPr>
            <a:lvl4pPr>
              <a:defRPr sz="1102"/>
            </a:lvl4pPr>
            <a:lvl5pPr>
              <a:defRPr sz="1102"/>
            </a:lvl5pPr>
            <a:lvl6pPr>
              <a:defRPr sz="1102"/>
            </a:lvl6pPr>
            <a:lvl7pPr>
              <a:defRPr sz="1102"/>
            </a:lvl7pPr>
            <a:lvl8pPr>
              <a:defRPr sz="1102"/>
            </a:lvl8pPr>
            <a:lvl9pPr>
              <a:defRPr sz="1102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66970" y="1133952"/>
            <a:ext cx="1718306" cy="2100785"/>
          </a:xfrm>
        </p:spPr>
        <p:txBody>
          <a:bodyPr/>
          <a:lstStyle>
            <a:lvl1pPr marL="0" indent="0">
              <a:buNone/>
              <a:defRPr sz="882"/>
            </a:lvl1pPr>
            <a:lvl2pPr marL="252009" indent="0">
              <a:buNone/>
              <a:defRPr sz="772"/>
            </a:lvl2pPr>
            <a:lvl3pPr marL="504017" indent="0">
              <a:buNone/>
              <a:defRPr sz="661"/>
            </a:lvl3pPr>
            <a:lvl4pPr marL="756026" indent="0">
              <a:buNone/>
              <a:defRPr sz="551"/>
            </a:lvl4pPr>
            <a:lvl5pPr marL="1008035" indent="0">
              <a:buNone/>
              <a:defRPr sz="551"/>
            </a:lvl5pPr>
            <a:lvl6pPr marL="1260043" indent="0">
              <a:buNone/>
              <a:defRPr sz="551"/>
            </a:lvl6pPr>
            <a:lvl7pPr marL="1512052" indent="0">
              <a:buNone/>
              <a:defRPr sz="551"/>
            </a:lvl7pPr>
            <a:lvl8pPr marL="1764060" indent="0">
              <a:buNone/>
              <a:defRPr sz="551"/>
            </a:lvl8pPr>
            <a:lvl9pPr marL="2016069" indent="0">
              <a:buNone/>
              <a:defRPr sz="55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CBDEB-8E31-4438-A2D1-A55D110037D3}" type="datetimeFigureOut">
              <a:rPr lang="en-GB" smtClean="0"/>
              <a:t>03/06/2026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7884C-BF1A-47AE-BA35-2216B8A457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789862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6970" y="251989"/>
            <a:ext cx="1718306" cy="881962"/>
          </a:xfrm>
        </p:spPr>
        <p:txBody>
          <a:bodyPr anchor="b"/>
          <a:lstStyle>
            <a:lvl1pPr>
              <a:defRPr sz="176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64945" y="544227"/>
            <a:ext cx="2697123" cy="2686135"/>
          </a:xfrm>
        </p:spPr>
        <p:txBody>
          <a:bodyPr anchor="t"/>
          <a:lstStyle>
            <a:lvl1pPr marL="0" indent="0">
              <a:buNone/>
              <a:defRPr sz="1764"/>
            </a:lvl1pPr>
            <a:lvl2pPr marL="252009" indent="0">
              <a:buNone/>
              <a:defRPr sz="1543"/>
            </a:lvl2pPr>
            <a:lvl3pPr marL="504017" indent="0">
              <a:buNone/>
              <a:defRPr sz="1323"/>
            </a:lvl3pPr>
            <a:lvl4pPr marL="756026" indent="0">
              <a:buNone/>
              <a:defRPr sz="1102"/>
            </a:lvl4pPr>
            <a:lvl5pPr marL="1008035" indent="0">
              <a:buNone/>
              <a:defRPr sz="1102"/>
            </a:lvl5pPr>
            <a:lvl6pPr marL="1260043" indent="0">
              <a:buNone/>
              <a:defRPr sz="1102"/>
            </a:lvl6pPr>
            <a:lvl7pPr marL="1512052" indent="0">
              <a:buNone/>
              <a:defRPr sz="1102"/>
            </a:lvl7pPr>
            <a:lvl8pPr marL="1764060" indent="0">
              <a:buNone/>
              <a:defRPr sz="1102"/>
            </a:lvl8pPr>
            <a:lvl9pPr marL="2016069" indent="0">
              <a:buNone/>
              <a:defRPr sz="1102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66970" y="1133952"/>
            <a:ext cx="1718306" cy="2100785"/>
          </a:xfrm>
        </p:spPr>
        <p:txBody>
          <a:bodyPr/>
          <a:lstStyle>
            <a:lvl1pPr marL="0" indent="0">
              <a:buNone/>
              <a:defRPr sz="882"/>
            </a:lvl1pPr>
            <a:lvl2pPr marL="252009" indent="0">
              <a:buNone/>
              <a:defRPr sz="772"/>
            </a:lvl2pPr>
            <a:lvl3pPr marL="504017" indent="0">
              <a:buNone/>
              <a:defRPr sz="661"/>
            </a:lvl3pPr>
            <a:lvl4pPr marL="756026" indent="0">
              <a:buNone/>
              <a:defRPr sz="551"/>
            </a:lvl4pPr>
            <a:lvl5pPr marL="1008035" indent="0">
              <a:buNone/>
              <a:defRPr sz="551"/>
            </a:lvl5pPr>
            <a:lvl6pPr marL="1260043" indent="0">
              <a:buNone/>
              <a:defRPr sz="551"/>
            </a:lvl6pPr>
            <a:lvl7pPr marL="1512052" indent="0">
              <a:buNone/>
              <a:defRPr sz="551"/>
            </a:lvl7pPr>
            <a:lvl8pPr marL="1764060" indent="0">
              <a:buNone/>
              <a:defRPr sz="551"/>
            </a:lvl8pPr>
            <a:lvl9pPr marL="2016069" indent="0">
              <a:buNone/>
              <a:defRPr sz="55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CBDEB-8E31-4438-A2D1-A55D110037D3}" type="datetimeFigureOut">
              <a:rPr lang="en-GB" smtClean="0"/>
              <a:t>03/06/2026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7884C-BF1A-47AE-BA35-2216B8A457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42906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CBDEB-8E31-4438-A2D1-A55D110037D3}" type="datetimeFigureOut">
              <a:rPr lang="en-GB" smtClean="0"/>
              <a:t>03/06/2026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7884C-BF1A-47AE-BA35-2216B8A457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716802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812600" y="201241"/>
            <a:ext cx="1148775" cy="32032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66276" y="201241"/>
            <a:ext cx="3379728" cy="32032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CBDEB-8E31-4438-A2D1-A55D110037D3}" type="datetimeFigureOut">
              <a:rPr lang="en-GB" smtClean="0"/>
              <a:t>03/06/2026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7884C-BF1A-47AE-BA35-2216B8A457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041431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66276" y="201242"/>
            <a:ext cx="4595098" cy="7305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66276" y="1006207"/>
            <a:ext cx="4595098" cy="23982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66276" y="3503351"/>
            <a:ext cx="1198721" cy="2012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61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5DCBDEB-8E31-4438-A2D1-A55D110037D3}" type="datetimeFigureOut">
              <a:rPr lang="en-GB" smtClean="0"/>
              <a:t>03/06/2026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764784" y="3503351"/>
            <a:ext cx="1798082" cy="2012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61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762653" y="3503351"/>
            <a:ext cx="1198721" cy="2012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61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B07884C-BF1A-47AE-BA35-2216B8A457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584489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504017" rtl="0" eaLnBrk="1" latinLnBrk="0" hangingPunct="1">
        <a:lnSpc>
          <a:spcPct val="90000"/>
        </a:lnSpc>
        <a:spcBef>
          <a:spcPct val="0"/>
        </a:spcBef>
        <a:buNone/>
        <a:defRPr sz="242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6004" indent="-126004" algn="l" defTabSz="504017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543" kern="1200">
          <a:solidFill>
            <a:schemeClr val="tx1"/>
          </a:solidFill>
          <a:latin typeface="+mn-lt"/>
          <a:ea typeface="+mn-ea"/>
          <a:cs typeface="+mn-cs"/>
        </a:defRPr>
      </a:lvl1pPr>
      <a:lvl2pPr marL="378013" indent="-126004" algn="l" defTabSz="504017" rtl="0" eaLnBrk="1" latinLnBrk="0" hangingPunct="1">
        <a:lnSpc>
          <a:spcPct val="90000"/>
        </a:lnSpc>
        <a:spcBef>
          <a:spcPts val="276"/>
        </a:spcBef>
        <a:buFont typeface="Arial" panose="020B0604020202020204" pitchFamily="34" charset="0"/>
        <a:buChar char="•"/>
        <a:defRPr sz="1323" kern="1200">
          <a:solidFill>
            <a:schemeClr val="tx1"/>
          </a:solidFill>
          <a:latin typeface="+mn-lt"/>
          <a:ea typeface="+mn-ea"/>
          <a:cs typeface="+mn-cs"/>
        </a:defRPr>
      </a:lvl2pPr>
      <a:lvl3pPr marL="630022" indent="-126004" algn="l" defTabSz="504017" rtl="0" eaLnBrk="1" latinLnBrk="0" hangingPunct="1">
        <a:lnSpc>
          <a:spcPct val="90000"/>
        </a:lnSpc>
        <a:spcBef>
          <a:spcPts val="276"/>
        </a:spcBef>
        <a:buFont typeface="Arial" panose="020B0604020202020204" pitchFamily="34" charset="0"/>
        <a:buChar char="•"/>
        <a:defRPr sz="1102" kern="1200">
          <a:solidFill>
            <a:schemeClr val="tx1"/>
          </a:solidFill>
          <a:latin typeface="+mn-lt"/>
          <a:ea typeface="+mn-ea"/>
          <a:cs typeface="+mn-cs"/>
        </a:defRPr>
      </a:lvl3pPr>
      <a:lvl4pPr marL="882030" indent="-126004" algn="l" defTabSz="504017" rtl="0" eaLnBrk="1" latinLnBrk="0" hangingPunct="1">
        <a:lnSpc>
          <a:spcPct val="90000"/>
        </a:lnSpc>
        <a:spcBef>
          <a:spcPts val="276"/>
        </a:spcBef>
        <a:buFont typeface="Arial" panose="020B0604020202020204" pitchFamily="34" charset="0"/>
        <a:buChar char="•"/>
        <a:defRPr sz="992" kern="1200">
          <a:solidFill>
            <a:schemeClr val="tx1"/>
          </a:solidFill>
          <a:latin typeface="+mn-lt"/>
          <a:ea typeface="+mn-ea"/>
          <a:cs typeface="+mn-cs"/>
        </a:defRPr>
      </a:lvl4pPr>
      <a:lvl5pPr marL="1134039" indent="-126004" algn="l" defTabSz="504017" rtl="0" eaLnBrk="1" latinLnBrk="0" hangingPunct="1">
        <a:lnSpc>
          <a:spcPct val="90000"/>
        </a:lnSpc>
        <a:spcBef>
          <a:spcPts val="276"/>
        </a:spcBef>
        <a:buFont typeface="Arial" panose="020B0604020202020204" pitchFamily="34" charset="0"/>
        <a:buChar char="•"/>
        <a:defRPr sz="992" kern="1200">
          <a:solidFill>
            <a:schemeClr val="tx1"/>
          </a:solidFill>
          <a:latin typeface="+mn-lt"/>
          <a:ea typeface="+mn-ea"/>
          <a:cs typeface="+mn-cs"/>
        </a:defRPr>
      </a:lvl5pPr>
      <a:lvl6pPr marL="1386048" indent="-126004" algn="l" defTabSz="504017" rtl="0" eaLnBrk="1" latinLnBrk="0" hangingPunct="1">
        <a:lnSpc>
          <a:spcPct val="90000"/>
        </a:lnSpc>
        <a:spcBef>
          <a:spcPts val="276"/>
        </a:spcBef>
        <a:buFont typeface="Arial" panose="020B0604020202020204" pitchFamily="34" charset="0"/>
        <a:buChar char="•"/>
        <a:defRPr sz="992" kern="1200">
          <a:solidFill>
            <a:schemeClr val="tx1"/>
          </a:solidFill>
          <a:latin typeface="+mn-lt"/>
          <a:ea typeface="+mn-ea"/>
          <a:cs typeface="+mn-cs"/>
        </a:defRPr>
      </a:lvl6pPr>
      <a:lvl7pPr marL="1638056" indent="-126004" algn="l" defTabSz="504017" rtl="0" eaLnBrk="1" latinLnBrk="0" hangingPunct="1">
        <a:lnSpc>
          <a:spcPct val="90000"/>
        </a:lnSpc>
        <a:spcBef>
          <a:spcPts val="276"/>
        </a:spcBef>
        <a:buFont typeface="Arial" panose="020B0604020202020204" pitchFamily="34" charset="0"/>
        <a:buChar char="•"/>
        <a:defRPr sz="992" kern="1200">
          <a:solidFill>
            <a:schemeClr val="tx1"/>
          </a:solidFill>
          <a:latin typeface="+mn-lt"/>
          <a:ea typeface="+mn-ea"/>
          <a:cs typeface="+mn-cs"/>
        </a:defRPr>
      </a:lvl7pPr>
      <a:lvl8pPr marL="1890065" indent="-126004" algn="l" defTabSz="504017" rtl="0" eaLnBrk="1" latinLnBrk="0" hangingPunct="1">
        <a:lnSpc>
          <a:spcPct val="90000"/>
        </a:lnSpc>
        <a:spcBef>
          <a:spcPts val="276"/>
        </a:spcBef>
        <a:buFont typeface="Arial" panose="020B0604020202020204" pitchFamily="34" charset="0"/>
        <a:buChar char="•"/>
        <a:defRPr sz="992" kern="1200">
          <a:solidFill>
            <a:schemeClr val="tx1"/>
          </a:solidFill>
          <a:latin typeface="+mn-lt"/>
          <a:ea typeface="+mn-ea"/>
          <a:cs typeface="+mn-cs"/>
        </a:defRPr>
      </a:lvl8pPr>
      <a:lvl9pPr marL="2142073" indent="-126004" algn="l" defTabSz="504017" rtl="0" eaLnBrk="1" latinLnBrk="0" hangingPunct="1">
        <a:lnSpc>
          <a:spcPct val="90000"/>
        </a:lnSpc>
        <a:spcBef>
          <a:spcPts val="276"/>
        </a:spcBef>
        <a:buFont typeface="Arial" panose="020B0604020202020204" pitchFamily="34" charset="0"/>
        <a:buChar char="•"/>
        <a:defRPr sz="99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04017" rtl="0" eaLnBrk="1" latinLnBrk="0" hangingPunct="1">
        <a:defRPr sz="992" kern="1200">
          <a:solidFill>
            <a:schemeClr val="tx1"/>
          </a:solidFill>
          <a:latin typeface="+mn-lt"/>
          <a:ea typeface="+mn-ea"/>
          <a:cs typeface="+mn-cs"/>
        </a:defRPr>
      </a:lvl1pPr>
      <a:lvl2pPr marL="252009" algn="l" defTabSz="504017" rtl="0" eaLnBrk="1" latinLnBrk="0" hangingPunct="1">
        <a:defRPr sz="992" kern="1200">
          <a:solidFill>
            <a:schemeClr val="tx1"/>
          </a:solidFill>
          <a:latin typeface="+mn-lt"/>
          <a:ea typeface="+mn-ea"/>
          <a:cs typeface="+mn-cs"/>
        </a:defRPr>
      </a:lvl2pPr>
      <a:lvl3pPr marL="504017" algn="l" defTabSz="504017" rtl="0" eaLnBrk="1" latinLnBrk="0" hangingPunct="1">
        <a:defRPr sz="992" kern="1200">
          <a:solidFill>
            <a:schemeClr val="tx1"/>
          </a:solidFill>
          <a:latin typeface="+mn-lt"/>
          <a:ea typeface="+mn-ea"/>
          <a:cs typeface="+mn-cs"/>
        </a:defRPr>
      </a:lvl3pPr>
      <a:lvl4pPr marL="756026" algn="l" defTabSz="504017" rtl="0" eaLnBrk="1" latinLnBrk="0" hangingPunct="1">
        <a:defRPr sz="992" kern="1200">
          <a:solidFill>
            <a:schemeClr val="tx1"/>
          </a:solidFill>
          <a:latin typeface="+mn-lt"/>
          <a:ea typeface="+mn-ea"/>
          <a:cs typeface="+mn-cs"/>
        </a:defRPr>
      </a:lvl4pPr>
      <a:lvl5pPr marL="1008035" algn="l" defTabSz="504017" rtl="0" eaLnBrk="1" latinLnBrk="0" hangingPunct="1">
        <a:defRPr sz="992" kern="1200">
          <a:solidFill>
            <a:schemeClr val="tx1"/>
          </a:solidFill>
          <a:latin typeface="+mn-lt"/>
          <a:ea typeface="+mn-ea"/>
          <a:cs typeface="+mn-cs"/>
        </a:defRPr>
      </a:lvl5pPr>
      <a:lvl6pPr marL="1260043" algn="l" defTabSz="504017" rtl="0" eaLnBrk="1" latinLnBrk="0" hangingPunct="1">
        <a:defRPr sz="992" kern="1200">
          <a:solidFill>
            <a:schemeClr val="tx1"/>
          </a:solidFill>
          <a:latin typeface="+mn-lt"/>
          <a:ea typeface="+mn-ea"/>
          <a:cs typeface="+mn-cs"/>
        </a:defRPr>
      </a:lvl6pPr>
      <a:lvl7pPr marL="1512052" algn="l" defTabSz="504017" rtl="0" eaLnBrk="1" latinLnBrk="0" hangingPunct="1">
        <a:defRPr sz="992" kern="1200">
          <a:solidFill>
            <a:schemeClr val="tx1"/>
          </a:solidFill>
          <a:latin typeface="+mn-lt"/>
          <a:ea typeface="+mn-ea"/>
          <a:cs typeface="+mn-cs"/>
        </a:defRPr>
      </a:lvl7pPr>
      <a:lvl8pPr marL="1764060" algn="l" defTabSz="504017" rtl="0" eaLnBrk="1" latinLnBrk="0" hangingPunct="1">
        <a:defRPr sz="992" kern="1200">
          <a:solidFill>
            <a:schemeClr val="tx1"/>
          </a:solidFill>
          <a:latin typeface="+mn-lt"/>
          <a:ea typeface="+mn-ea"/>
          <a:cs typeface="+mn-cs"/>
        </a:defRPr>
      </a:lvl8pPr>
      <a:lvl9pPr marL="2016069" algn="l" defTabSz="504017" rtl="0" eaLnBrk="1" latinLnBrk="0" hangingPunct="1">
        <a:defRPr sz="99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25396CD-06CE-0722-12DE-6948B99D3825}"/>
              </a:ext>
            </a:extLst>
          </p:cNvPr>
          <p:cNvSpPr txBox="1"/>
          <p:nvPr/>
        </p:nvSpPr>
        <p:spPr>
          <a:xfrm>
            <a:off x="118334" y="59167"/>
            <a:ext cx="264638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l-SI" sz="1400" err="1">
                <a:latin typeface="Consolas" panose="020B0609020204030204" pitchFamily="49" charset="0"/>
              </a:rPr>
              <a:t>UMARvisualisR</a:t>
            </a:r>
            <a:r>
              <a:rPr lang="sl-SI" sz="1400"/>
              <a:t> - </a:t>
            </a:r>
            <a:r>
              <a:rPr lang="sl-SI" sz="1400" err="1"/>
              <a:t>Cheatsheet</a:t>
            </a:r>
            <a:endParaRPr lang="en-GB" sz="14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F902C99-9843-5071-C050-38ED57F530FF}"/>
              </a:ext>
            </a:extLst>
          </p:cNvPr>
          <p:cNvSpPr txBox="1"/>
          <p:nvPr/>
        </p:nvSpPr>
        <p:spPr>
          <a:xfrm>
            <a:off x="123489" y="399628"/>
            <a:ext cx="2231092" cy="12772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sl-SI" sz="1000" b="1" i="1" u="sng" err="1">
                <a:cs typeface="Courier New" panose="02070309020205020404" pitchFamily="49" charset="0"/>
              </a:rPr>
              <a:t>Quick</a:t>
            </a:r>
            <a:r>
              <a:rPr lang="sl-SI" sz="1000" b="1" i="1" u="sng">
                <a:cs typeface="Courier New" panose="02070309020205020404" pitchFamily="49" charset="0"/>
              </a:rPr>
              <a:t> start: </a:t>
            </a:r>
            <a:r>
              <a:rPr lang="sl-SI" sz="1400">
                <a:cs typeface="Courier New" panose="02070309020205020404" pitchFamily="49" charset="0"/>
              </a:rPr>
              <a:t>🚀</a:t>
            </a:r>
          </a:p>
          <a:p>
            <a:r>
              <a:rPr lang="en-GB" sz="900">
                <a:latin typeface="Courier New" panose="02070309020205020404" pitchFamily="49" charset="0"/>
                <a:cs typeface="Courier New" panose="02070309020205020404" pitchFamily="49" charset="0"/>
              </a:rPr>
              <a:t>library(</a:t>
            </a:r>
            <a:r>
              <a:rPr lang="en-GB" sz="900" err="1">
                <a:latin typeface="Courier New" panose="02070309020205020404" pitchFamily="49" charset="0"/>
                <a:cs typeface="Courier New" panose="02070309020205020404" pitchFamily="49" charset="0"/>
              </a:rPr>
              <a:t>UMARvisualisR</a:t>
            </a:r>
            <a:r>
              <a:rPr lang="en-GB" sz="90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endParaRPr lang="sl-SI" sz="9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GB" sz="9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GB" sz="900" err="1">
                <a:latin typeface="Courier New" panose="02070309020205020404" pitchFamily="49" charset="0"/>
                <a:cs typeface="Courier New" panose="02070309020205020404" pitchFamily="49" charset="0"/>
              </a:rPr>
              <a:t>prep_chart</a:t>
            </a:r>
            <a:r>
              <a:rPr lang="en-GB" sz="90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GB" sz="90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GB" sz="900">
                <a:latin typeface="Courier New" panose="02070309020205020404" pitchFamily="49" charset="0"/>
                <a:cs typeface="Courier New" panose="02070309020205020404" pitchFamily="49" charset="0"/>
              </a:rPr>
              <a:t>) |&gt; </a:t>
            </a:r>
            <a:endParaRPr lang="sl-SI" sz="9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GB" sz="900" err="1">
                <a:latin typeface="Courier New" panose="02070309020205020404" pitchFamily="49" charset="0"/>
                <a:cs typeface="Courier New" panose="02070309020205020404" pitchFamily="49" charset="0"/>
              </a:rPr>
              <a:t>view_chart</a:t>
            </a:r>
            <a:r>
              <a:rPr lang="en-GB" sz="90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endParaRPr lang="sl-SI" sz="9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GB" sz="9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GB" sz="900" err="1">
                <a:latin typeface="Courier New" panose="02070309020205020404" pitchFamily="49" charset="0"/>
                <a:cs typeface="Courier New" panose="02070309020205020404" pitchFamily="49" charset="0"/>
              </a:rPr>
              <a:t>prep_chart</a:t>
            </a:r>
            <a:r>
              <a:rPr lang="en-GB" sz="90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GB" sz="90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GB" sz="900">
                <a:latin typeface="Courier New" panose="02070309020205020404" pitchFamily="49" charset="0"/>
                <a:cs typeface="Courier New" panose="02070309020205020404" pitchFamily="49" charset="0"/>
              </a:rPr>
              <a:t>) |&gt; </a:t>
            </a:r>
            <a:r>
              <a:rPr lang="en-GB" sz="900" err="1">
                <a:latin typeface="Courier New" panose="02070309020205020404" pitchFamily="49" charset="0"/>
                <a:cs typeface="Courier New" panose="02070309020205020404" pitchFamily="49" charset="0"/>
              </a:rPr>
              <a:t>save_chart</a:t>
            </a:r>
            <a:r>
              <a:rPr lang="en-GB" sz="900">
                <a:latin typeface="Courier New" panose="02070309020205020404" pitchFamily="49" charset="0"/>
                <a:cs typeface="Courier New" panose="02070309020205020404" pitchFamily="49" charset="0"/>
              </a:rPr>
              <a:t>("graf.pdf")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B74CD13-D82F-75DC-4C18-AA2D96441595}"/>
              </a:ext>
            </a:extLst>
          </p:cNvPr>
          <p:cNvSpPr txBox="1"/>
          <p:nvPr/>
        </p:nvSpPr>
        <p:spPr>
          <a:xfrm>
            <a:off x="102199" y="1701481"/>
            <a:ext cx="2438772" cy="10310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1000" b="1" i="1" u="sng"/>
              <a:t>Input podatki</a:t>
            </a:r>
            <a:r>
              <a:rPr lang="sl-SI" sz="1000" b="1" i="1" u="sng"/>
              <a:t> za </a:t>
            </a:r>
            <a:r>
              <a:rPr lang="en-GB" sz="1000" b="1" i="1" u="sng">
                <a:latin typeface="Courier New" panose="02070309020205020404" pitchFamily="49" charset="0"/>
              </a:rPr>
              <a:t>prep_chart()</a:t>
            </a:r>
            <a:r>
              <a:rPr lang="sl-SI" sz="1000" b="1" i="1" u="sng"/>
              <a:t>: </a:t>
            </a:r>
            <a:r>
              <a:rPr lang="sl-SI" sz="1600"/>
              <a:t>🚯</a:t>
            </a:r>
            <a:endParaRPr lang="en-GB" sz="1600"/>
          </a:p>
          <a:p>
            <a:pPr>
              <a:buFont typeface="Arial" panose="020B0604020202020204" pitchFamily="34" charset="0"/>
              <a:buChar char="•"/>
            </a:pPr>
            <a:r>
              <a:rPr lang="en-GB" sz="900" b="1"/>
              <a:t>Wide</a:t>
            </a:r>
            <a:r>
              <a:rPr lang="en-GB" sz="900"/>
              <a:t>: </a:t>
            </a:r>
            <a:r>
              <a:rPr lang="en-GB" sz="900" err="1"/>
              <a:t>stolpec</a:t>
            </a:r>
            <a:r>
              <a:rPr lang="en-GB" sz="900"/>
              <a:t> z </a:t>
            </a:r>
            <a:r>
              <a:rPr lang="en-GB" sz="900" err="1"/>
              <a:t>obdobjem</a:t>
            </a:r>
            <a:r>
              <a:rPr lang="en-GB" sz="900"/>
              <a:t> + </a:t>
            </a:r>
            <a:r>
              <a:rPr lang="en-GB" sz="900" err="1"/>
              <a:t>stolpci</a:t>
            </a:r>
            <a:r>
              <a:rPr lang="en-GB" sz="900"/>
              <a:t> z </a:t>
            </a:r>
            <a:r>
              <a:rPr lang="en-GB" sz="900" err="1"/>
              <a:t>vrednostmi</a:t>
            </a:r>
            <a:endParaRPr lang="en-GB" sz="900"/>
          </a:p>
          <a:p>
            <a:pPr>
              <a:buFont typeface="Arial" panose="020B0604020202020204" pitchFamily="34" charset="0"/>
              <a:buChar char="•"/>
            </a:pPr>
            <a:r>
              <a:rPr lang="en-GB" sz="900" b="1"/>
              <a:t>Long</a:t>
            </a:r>
            <a:r>
              <a:rPr lang="en-GB" sz="900"/>
              <a:t>: </a:t>
            </a:r>
            <a:r>
              <a:rPr lang="en-GB" sz="900" err="1"/>
              <a:t>obdobje</a:t>
            </a:r>
            <a:r>
              <a:rPr lang="en-GB" sz="900"/>
              <a:t> + </a:t>
            </a:r>
            <a:r>
              <a:rPr lang="en-GB" sz="900" err="1"/>
              <a:t>kategorija</a:t>
            </a:r>
            <a:r>
              <a:rPr lang="en-GB" sz="900"/>
              <a:t> + </a:t>
            </a:r>
            <a:r>
              <a:rPr lang="en-GB" sz="900" err="1"/>
              <a:t>vrednost</a:t>
            </a:r>
            <a:endParaRPr lang="en-GB" sz="900"/>
          </a:p>
          <a:p>
            <a:pPr>
              <a:buFont typeface="Arial" panose="020B0604020202020204" pitchFamily="34" charset="0"/>
              <a:buChar char="•"/>
            </a:pPr>
            <a:r>
              <a:rPr lang="en-GB" sz="900" b="1"/>
              <a:t>Long+</a:t>
            </a:r>
            <a:r>
              <a:rPr lang="en-GB" sz="900"/>
              <a:t>: </a:t>
            </a:r>
            <a:r>
              <a:rPr lang="en-GB" sz="900" err="1"/>
              <a:t>obdobje</a:t>
            </a:r>
            <a:r>
              <a:rPr lang="en-GB" sz="900"/>
              <a:t> + </a:t>
            </a:r>
            <a:r>
              <a:rPr lang="en-GB" sz="900" err="1"/>
              <a:t>več</a:t>
            </a:r>
            <a:r>
              <a:rPr lang="en-GB" sz="900"/>
              <a:t> </a:t>
            </a:r>
            <a:r>
              <a:rPr lang="en-GB" sz="900" err="1"/>
              <a:t>kategorij</a:t>
            </a:r>
            <a:r>
              <a:rPr lang="en-GB" sz="900"/>
              <a:t> (</a:t>
            </a:r>
            <a:r>
              <a:rPr lang="en-GB" sz="900" err="1"/>
              <a:t>avtomatsko</a:t>
            </a:r>
            <a:r>
              <a:rPr lang="en-GB" sz="900"/>
              <a:t> </a:t>
            </a:r>
            <a:r>
              <a:rPr lang="en-GB" sz="900" err="1"/>
              <a:t>združi</a:t>
            </a:r>
            <a:r>
              <a:rPr lang="en-GB" sz="900"/>
              <a:t>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371D5B7-FA19-8789-7237-66CDE1E2DFC4}"/>
              </a:ext>
            </a:extLst>
          </p:cNvPr>
          <p:cNvSpPr txBox="1"/>
          <p:nvPr/>
        </p:nvSpPr>
        <p:spPr>
          <a:xfrm>
            <a:off x="102199" y="2751175"/>
            <a:ext cx="2662516" cy="7232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sz="1000" b="1" i="1" u="sng"/>
              <a:t>Obdobja</a:t>
            </a:r>
            <a:r>
              <a:rPr lang="sl-SI" sz="1000" b="1" i="1" u="sng"/>
              <a:t>: </a:t>
            </a:r>
            <a:r>
              <a:rPr lang="sl-SI" sz="1400"/>
              <a:t>📆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sl-SI" sz="900" b="1"/>
              <a:t>mesečni: </a:t>
            </a:r>
            <a:r>
              <a:rPr lang="fr-FR" sz="900">
                <a:latin typeface="Courier New" panose="02070309020205020404" pitchFamily="49" charset="0"/>
                <a:cs typeface="Courier New" panose="02070309020205020404" pitchFamily="49" charset="0"/>
              </a:rPr>
              <a:t>202</a:t>
            </a:r>
            <a:r>
              <a:rPr lang="sl-SI" sz="900"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fr-FR" sz="900">
                <a:latin typeface="Courier New" panose="02070309020205020404" pitchFamily="49" charset="0"/>
                <a:cs typeface="Courier New" panose="02070309020205020404" pitchFamily="49" charset="0"/>
              </a:rPr>
              <a:t>M02</a:t>
            </a:r>
            <a:r>
              <a:rPr lang="sl-SI" sz="900">
                <a:latin typeface="Courier New" panose="02070309020205020404" pitchFamily="49" charset="0"/>
                <a:cs typeface="Courier New" panose="02070309020205020404" pitchFamily="49" charset="0"/>
              </a:rPr>
              <a:t> ali "2020-02-01“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sl-SI" sz="900" b="1"/>
              <a:t>četrtletni: </a:t>
            </a:r>
            <a:r>
              <a:rPr lang="fr-FR" sz="900">
                <a:latin typeface="Courier New" panose="02070309020205020404" pitchFamily="49" charset="0"/>
                <a:cs typeface="Courier New" panose="02070309020205020404" pitchFamily="49" charset="0"/>
              </a:rPr>
              <a:t>202</a:t>
            </a:r>
            <a:r>
              <a:rPr lang="sl-SI" sz="900">
                <a:latin typeface="Courier New" panose="02070309020205020404" pitchFamily="49" charset="0"/>
                <a:cs typeface="Courier New" panose="02070309020205020404" pitchFamily="49" charset="0"/>
              </a:rPr>
              <a:t>0Q2 ali "2020-04-01“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sl-SI" sz="900" b="1"/>
              <a:t>letni: </a:t>
            </a:r>
            <a:r>
              <a:rPr lang="fr-FR" sz="900"/>
              <a:t> </a:t>
            </a:r>
            <a:r>
              <a:rPr lang="fr-FR" sz="900">
                <a:latin typeface="Courier New" panose="02070309020205020404" pitchFamily="49" charset="0"/>
              </a:rPr>
              <a:t>2024</a:t>
            </a:r>
            <a:r>
              <a:rPr lang="sl-SI" sz="900">
                <a:latin typeface="Courier New" panose="02070309020205020404" pitchFamily="49" charset="0"/>
              </a:rPr>
              <a:t> </a:t>
            </a:r>
            <a:r>
              <a:rPr lang="sl-SI" sz="900">
                <a:latin typeface="Courier New" panose="02070309020205020404" pitchFamily="49" charset="0"/>
                <a:cs typeface="Courier New" panose="02070309020205020404" pitchFamily="49" charset="0"/>
              </a:rPr>
              <a:t>ali "2024-01-01“ </a:t>
            </a:r>
            <a:endParaRPr lang="fr-FR" sz="900" b="1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EBC4B6C6-D476-E5E0-FDD1-C404BD585F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3522460"/>
              </p:ext>
            </p:extLst>
          </p:nvPr>
        </p:nvGraphicFramePr>
        <p:xfrm>
          <a:off x="2608618" y="591503"/>
          <a:ext cx="2598121" cy="30493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3245">
                  <a:extLst>
                    <a:ext uri="{9D8B030D-6E8A-4147-A177-3AD203B41FA5}">
                      <a16:colId xmlns:a16="http://schemas.microsoft.com/office/drawing/2014/main" val="2198887921"/>
                    </a:ext>
                  </a:extLst>
                </a:gridCol>
                <a:gridCol w="646419">
                  <a:extLst>
                    <a:ext uri="{9D8B030D-6E8A-4147-A177-3AD203B41FA5}">
                      <a16:colId xmlns:a16="http://schemas.microsoft.com/office/drawing/2014/main" val="4179080711"/>
                    </a:ext>
                  </a:extLst>
                </a:gridCol>
                <a:gridCol w="1048457">
                  <a:extLst>
                    <a:ext uri="{9D8B030D-6E8A-4147-A177-3AD203B41FA5}">
                      <a16:colId xmlns:a16="http://schemas.microsoft.com/office/drawing/2014/main" val="2806442192"/>
                    </a:ext>
                  </a:extLst>
                </a:gridCol>
              </a:tblGrid>
              <a:tr h="260386">
                <a:tc>
                  <a:txBody>
                    <a:bodyPr/>
                    <a:lstStyle/>
                    <a:p>
                      <a:r>
                        <a:rPr lang="sl-SI">
                          <a:solidFill>
                            <a:schemeClr val="tx1"/>
                          </a:solidFill>
                        </a:rPr>
                        <a:t>Argument</a:t>
                      </a:r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l-SI">
                          <a:solidFill>
                            <a:schemeClr val="tx1"/>
                          </a:solidFill>
                        </a:rPr>
                        <a:t>Default</a:t>
                      </a:r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l-SI">
                          <a:solidFill>
                            <a:schemeClr val="tx1"/>
                          </a:solidFill>
                        </a:rPr>
                        <a:t>Opomba</a:t>
                      </a:r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8338153"/>
                  </a:ext>
                </a:extLst>
              </a:tr>
              <a:tr h="222244">
                <a:tc>
                  <a:txBody>
                    <a:bodyPr/>
                    <a:lstStyle/>
                    <a:p>
                      <a:r>
                        <a:rPr lang="sl-SI" sz="90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data</a:t>
                      </a:r>
                      <a:endParaRPr lang="en-GB" sz="90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sl-SI" sz="90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- </a:t>
                      </a:r>
                      <a:endParaRPr lang="en-GB" sz="90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sl-SI" sz="900"/>
                        <a:t>Obvezen</a:t>
                      </a:r>
                      <a:endParaRPr lang="en-GB" sz="90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2681612"/>
                  </a:ext>
                </a:extLst>
              </a:tr>
              <a:tr h="355591">
                <a:tc>
                  <a:txBody>
                    <a:bodyPr/>
                    <a:lstStyle/>
                    <a:p>
                      <a:r>
                        <a:rPr lang="sl-SI" sz="90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type</a:t>
                      </a:r>
                      <a:endParaRPr lang="en-GB" sz="90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l-SI" sz="90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„line“</a:t>
                      </a:r>
                      <a:endParaRPr lang="en-GB" sz="90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l-SI" sz="900"/>
                        <a:t>ali </a:t>
                      </a:r>
                      <a:r>
                        <a:rPr lang="sl-SI" sz="90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„bar“ </a:t>
                      </a:r>
                      <a:r>
                        <a:rPr lang="sl-SI" sz="900"/>
                        <a:t>ali vektor</a:t>
                      </a:r>
                      <a:endParaRPr lang="en-GB" sz="900"/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0763666"/>
                  </a:ext>
                </a:extLst>
              </a:tr>
              <a:tr h="222244">
                <a:tc>
                  <a:txBody>
                    <a:bodyPr/>
                    <a:lstStyle/>
                    <a:p>
                      <a:r>
                        <a:rPr lang="sl-SI" sz="90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title</a:t>
                      </a:r>
                      <a:endParaRPr lang="en-GB" sz="90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sl-SI" sz="90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NULL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sl-SI" sz="900"/>
                        <a:t>naslov grafa</a:t>
                      </a:r>
                      <a:endParaRPr lang="en-GB" sz="90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8034388"/>
                  </a:ext>
                </a:extLst>
              </a:tr>
              <a:tr h="222244">
                <a:tc>
                  <a:txBody>
                    <a:bodyPr/>
                    <a:lstStyle/>
                    <a:p>
                      <a:r>
                        <a:rPr lang="sl-SI" sz="90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y_axis</a:t>
                      </a:r>
                      <a:endParaRPr lang="sl-SI" sz="90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0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sl-SI" sz="90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NULL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l-SI" sz="900"/>
                        <a:t>naslov y osi</a:t>
                      </a:r>
                      <a:endParaRPr lang="en-GB" sz="900"/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9917494"/>
                  </a:ext>
                </a:extLst>
              </a:tr>
              <a:tr h="222244">
                <a:tc>
                  <a:txBody>
                    <a:bodyPr/>
                    <a:lstStyle/>
                    <a:p>
                      <a:r>
                        <a:rPr lang="sl-SI" sz="90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legend</a:t>
                      </a:r>
                      <a:endParaRPr lang="en-GB" sz="90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0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sl-SI" sz="90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NULL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sl-SI" sz="900"/>
                        <a:t>vektor oznak</a:t>
                      </a:r>
                      <a:endParaRPr lang="en-GB" sz="90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0660177"/>
                  </a:ext>
                </a:extLst>
              </a:tr>
              <a:tr h="222244">
                <a:tc>
                  <a:txBody>
                    <a:bodyPr/>
                    <a:lstStyle/>
                    <a:p>
                      <a:r>
                        <a:rPr lang="sl-SI" sz="90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colours</a:t>
                      </a:r>
                      <a:endParaRPr lang="en-GB" sz="90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0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sl-SI" sz="90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NULL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l-SI" sz="900"/>
                        <a:t>1:8 ali HEX</a:t>
                      </a:r>
                      <a:endParaRPr lang="en-GB" sz="900"/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4226904"/>
                  </a:ext>
                </a:extLst>
              </a:tr>
              <a:tr h="222244">
                <a:tc>
                  <a:txBody>
                    <a:bodyPr/>
                    <a:lstStyle/>
                    <a:p>
                      <a:r>
                        <a:rPr lang="sl-SI" sz="90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xmin</a:t>
                      </a:r>
                      <a:r>
                        <a:rPr lang="sl-SI" sz="90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/</a:t>
                      </a:r>
                      <a:r>
                        <a:rPr lang="sl-SI" sz="90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xmax</a:t>
                      </a:r>
                      <a:endParaRPr lang="en-GB" sz="90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0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sl-SI" sz="90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NULL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sl-SI" sz="90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„2020-01-01“</a:t>
                      </a:r>
                      <a:endParaRPr lang="en-GB" sz="90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2409902"/>
                  </a:ext>
                </a:extLst>
              </a:tr>
              <a:tr h="222244">
                <a:tc>
                  <a:txBody>
                    <a:bodyPr/>
                    <a:lstStyle/>
                    <a:p>
                      <a:r>
                        <a:rPr lang="sl-SI" sz="90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stacked</a:t>
                      </a:r>
                      <a:endParaRPr lang="en-GB" sz="90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l-SI" sz="90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FALSE</a:t>
                      </a:r>
                      <a:endParaRPr lang="en-GB" sz="90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l-SI" sz="900"/>
                        <a:t>samo z </a:t>
                      </a:r>
                      <a:r>
                        <a:rPr lang="sl-SI" sz="900" err="1"/>
                        <a:t>bars</a:t>
                      </a:r>
                      <a:endParaRPr lang="en-GB" sz="900"/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1807980"/>
                  </a:ext>
                </a:extLst>
              </a:tr>
              <a:tr h="222244">
                <a:tc>
                  <a:txBody>
                    <a:bodyPr/>
                    <a:lstStyle/>
                    <a:p>
                      <a:r>
                        <a:rPr lang="sl-SI" sz="90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emphasis</a:t>
                      </a:r>
                      <a:endParaRPr lang="en-GB" sz="90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0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sl-SI" sz="90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NULL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sl-SI" sz="900"/>
                        <a:t>100 recimo</a:t>
                      </a:r>
                      <a:endParaRPr lang="en-GB" sz="90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05508811"/>
                  </a:ext>
                </a:extLst>
              </a:tr>
              <a:tr h="355591">
                <a:tc>
                  <a:txBody>
                    <a:bodyPr/>
                    <a:lstStyle/>
                    <a:p>
                      <a:r>
                        <a:rPr lang="sl-SI" sz="90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legend</a:t>
                      </a:r>
                      <a:r>
                        <a:rPr lang="sl-SI" sz="90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_</a:t>
                      </a:r>
                    </a:p>
                    <a:p>
                      <a:r>
                        <a:rPr lang="sl-SI" sz="90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columns</a:t>
                      </a:r>
                      <a:endParaRPr lang="en-GB" sz="90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l-SI" sz="90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</a:t>
                      </a:r>
                      <a:endParaRPr lang="en-GB" sz="90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l-SI" sz="900"/>
                        <a:t>1 za dolge legende</a:t>
                      </a:r>
                      <a:endParaRPr lang="en-GB" sz="900"/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3800512"/>
                  </a:ext>
                </a:extLst>
              </a:tr>
              <a:tr h="222244">
                <a:tc>
                  <a:txBody>
                    <a:bodyPr/>
                    <a:lstStyle/>
                    <a:p>
                      <a:r>
                        <a:rPr lang="sl-SI" sz="90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ylim</a:t>
                      </a:r>
                      <a:endParaRPr lang="en-GB" sz="90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0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sl-SI" sz="90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NULL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sl-SI" sz="90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c(80, 120)</a:t>
                      </a:r>
                      <a:endParaRPr lang="en-GB" sz="90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6373303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1B7A1105-F196-5F7B-7A2E-23FBB5A7D4E0}"/>
              </a:ext>
            </a:extLst>
          </p:cNvPr>
          <p:cNvSpPr txBox="1"/>
          <p:nvPr/>
        </p:nvSpPr>
        <p:spPr>
          <a:xfrm>
            <a:off x="2540971" y="310982"/>
            <a:ext cx="26631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000" b="1" i="1" u="sng" err="1">
                <a:latin typeface="Courier New" panose="02070309020205020404" pitchFamily="49" charset="0"/>
              </a:rPr>
              <a:t>prep_chart</a:t>
            </a:r>
            <a:r>
              <a:rPr lang="en-GB" sz="1000" b="1" i="1" u="sng">
                <a:latin typeface="Courier New" panose="02070309020205020404" pitchFamily="49" charset="0"/>
              </a:rPr>
              <a:t>()</a:t>
            </a:r>
            <a:r>
              <a:rPr lang="en-GB" sz="1000" b="1" i="1" u="sng"/>
              <a:t> argumenti</a:t>
            </a:r>
            <a:r>
              <a:rPr lang="sl-SI" sz="1000" b="1" i="1" u="sng"/>
              <a:t>: </a:t>
            </a:r>
            <a:r>
              <a:rPr lang="sl-SI" sz="1400"/>
              <a:t>☯️</a:t>
            </a:r>
          </a:p>
          <a:p>
            <a:endParaRPr lang="en-GB" sz="400" b="1" i="1" u="sng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CE86491-C864-2F6A-4D30-37C24F2C16A3}"/>
              </a:ext>
            </a:extLst>
          </p:cNvPr>
          <p:cNvSpPr txBox="1"/>
          <p:nvPr/>
        </p:nvSpPr>
        <p:spPr>
          <a:xfrm>
            <a:off x="4792531" y="-14859"/>
            <a:ext cx="712246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l-SI" sz="400"/>
              <a:t>v.1.1.0  junij 2026</a:t>
            </a:r>
            <a:endParaRPr lang="en-GB" sz="400"/>
          </a:p>
        </p:txBody>
      </p:sp>
    </p:spTree>
    <p:extLst>
      <p:ext uri="{BB962C8B-B14F-4D97-AF65-F5344CB8AC3E}">
        <p14:creationId xmlns:p14="http://schemas.microsoft.com/office/powerpoint/2010/main" val="35562126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6CF1083-4EDE-99E8-4E36-81302E785082}"/>
              </a:ext>
            </a:extLst>
          </p:cNvPr>
          <p:cNvSpPr txBox="1"/>
          <p:nvPr/>
        </p:nvSpPr>
        <p:spPr>
          <a:xfrm>
            <a:off x="194706" y="479272"/>
            <a:ext cx="3302064" cy="1323439"/>
          </a:xfrm>
          <a:prstGeom prst="rect">
            <a:avLst/>
          </a:prstGeom>
          <a:noFill/>
        </p:spPr>
        <p:txBody>
          <a:bodyPr wrap="square" numCol="2">
            <a:spAutoFit/>
          </a:bodyPr>
          <a:lstStyle/>
          <a:p>
            <a:pPr algn="l" latinLnBrk="1">
              <a:lnSpc>
                <a:spcPts val="1200"/>
              </a:lnSpc>
              <a:buNone/>
            </a:pPr>
            <a:r>
              <a:rPr lang="en-GB" sz="900" b="1" i="0">
                <a:solidFill>
                  <a:srgbClr val="AF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#A10305</a:t>
            </a:r>
            <a:r>
              <a:rPr lang="en-GB" sz="900" b="1" i="0">
                <a:solidFill>
                  <a:srgbClr val="FFFF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sl-SI" sz="900" b="0" i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1 r</a:t>
            </a:r>
            <a:r>
              <a:rPr lang="en-GB" sz="900" b="0" i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deca</a:t>
            </a:r>
            <a:endParaRPr lang="en-GB" sz="900" b="0" i="0"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 latinLnBrk="1">
              <a:lnSpc>
                <a:spcPts val="1200"/>
              </a:lnSpc>
              <a:buNone/>
            </a:pPr>
            <a:r>
              <a:rPr lang="en-GB" sz="900" b="1" i="0">
                <a:solidFill>
                  <a:srgbClr val="D78787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#D46565</a:t>
            </a:r>
            <a:r>
              <a:rPr lang="en-GB" sz="900" b="1" i="0">
                <a:solidFill>
                  <a:srgbClr val="FFFF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sl-SI" sz="900" b="0" i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2 r</a:t>
            </a:r>
            <a:r>
              <a:rPr lang="en-GB" sz="900" b="0" i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oza</a:t>
            </a:r>
            <a:endParaRPr lang="en-GB" sz="900" b="0" i="0"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 latinLnBrk="1">
              <a:lnSpc>
                <a:spcPts val="1200"/>
              </a:lnSpc>
              <a:buNone/>
            </a:pPr>
            <a:r>
              <a:rPr lang="en-GB" sz="900" b="1" i="0">
                <a:solidFill>
                  <a:srgbClr val="AFD7D7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#A7AEB4</a:t>
            </a:r>
            <a:r>
              <a:rPr lang="en-GB" sz="900" b="1" i="0">
                <a:solidFill>
                  <a:srgbClr val="FFFF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sl-SI" sz="900" b="0" i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3 s</a:t>
            </a:r>
            <a:r>
              <a:rPr lang="en-GB" sz="900" b="0" i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iva</a:t>
            </a:r>
            <a:endParaRPr lang="en-GB" sz="900" b="0" i="0"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 latinLnBrk="1">
              <a:lnSpc>
                <a:spcPts val="1200"/>
              </a:lnSpc>
              <a:buNone/>
            </a:pPr>
            <a:r>
              <a:rPr lang="en-GB" sz="900" b="1" i="0">
                <a:solidFill>
                  <a:srgbClr val="5F5F87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#343D58</a:t>
            </a:r>
            <a:r>
              <a:rPr lang="en-GB" sz="900" b="1" i="0">
                <a:solidFill>
                  <a:srgbClr val="FFFF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sl-SI" sz="900" b="0" i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4 t</a:t>
            </a:r>
            <a:r>
              <a:rPr lang="en-GB" sz="900" b="0" i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emno_modra</a:t>
            </a:r>
            <a:endParaRPr lang="en-GB" sz="900" b="0" i="0"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 latinLnBrk="1">
              <a:lnSpc>
                <a:spcPts val="1200"/>
              </a:lnSpc>
              <a:buNone/>
            </a:pPr>
            <a:endParaRPr lang="sl-SI" sz="900" b="1" i="0">
              <a:solidFill>
                <a:srgbClr val="0087AF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 latinLnBrk="1">
              <a:lnSpc>
                <a:spcPts val="1200"/>
              </a:lnSpc>
              <a:buNone/>
            </a:pPr>
            <a:endParaRPr lang="sl-SI" sz="900" b="1">
              <a:solidFill>
                <a:srgbClr val="0087AF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 latinLnBrk="1">
              <a:lnSpc>
                <a:spcPts val="1200"/>
              </a:lnSpc>
              <a:buNone/>
            </a:pPr>
            <a:endParaRPr lang="sl-SI" sz="900" b="1" i="0">
              <a:solidFill>
                <a:srgbClr val="0087AF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 latinLnBrk="1">
              <a:lnSpc>
                <a:spcPts val="1200"/>
              </a:lnSpc>
              <a:buNone/>
            </a:pPr>
            <a:endParaRPr lang="sl-SI" sz="900" b="1" i="0">
              <a:solidFill>
                <a:srgbClr val="0087AF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 latinLnBrk="1">
              <a:lnSpc>
                <a:spcPts val="1200"/>
              </a:lnSpc>
              <a:buNone/>
            </a:pPr>
            <a:r>
              <a:rPr lang="en-GB" sz="900" b="1" i="0">
                <a:solidFill>
                  <a:srgbClr val="0087A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#176F8B</a:t>
            </a:r>
            <a:r>
              <a:rPr lang="en-GB" sz="900" b="1" i="0">
                <a:solidFill>
                  <a:srgbClr val="FFFF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sl-SI" sz="900" b="0" i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5 t</a:t>
            </a:r>
            <a:r>
              <a:rPr lang="en-GB" sz="900" b="0" i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urkizna</a:t>
            </a:r>
            <a:endParaRPr lang="en-GB" sz="900" b="0" i="0"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 latinLnBrk="1">
              <a:lnSpc>
                <a:spcPts val="1200"/>
              </a:lnSpc>
              <a:buNone/>
            </a:pPr>
            <a:r>
              <a:rPr lang="en-GB" sz="900" b="1" i="0">
                <a:solidFill>
                  <a:srgbClr val="AFD787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#98C576</a:t>
            </a:r>
            <a:r>
              <a:rPr lang="en-GB" sz="900" b="1" i="0">
                <a:solidFill>
                  <a:srgbClr val="FFFF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sl-SI" sz="900" b="0" i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6 z</a:t>
            </a:r>
            <a:r>
              <a:rPr lang="en-GB" sz="900" b="0" i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elena</a:t>
            </a:r>
            <a:endParaRPr lang="en-GB" sz="900" b="0" i="0"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 latinLnBrk="1">
              <a:lnSpc>
                <a:spcPts val="1200"/>
              </a:lnSpc>
              <a:buNone/>
            </a:pPr>
            <a:r>
              <a:rPr lang="en-GB" sz="900" b="1" i="0">
                <a:solidFill>
                  <a:srgbClr val="5F005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#321443</a:t>
            </a:r>
            <a:r>
              <a:rPr lang="en-GB" sz="900" b="1" i="0">
                <a:solidFill>
                  <a:srgbClr val="FFFF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sl-SI" sz="900">
                <a:latin typeface="Courier New" panose="02070309020205020404" pitchFamily="49" charset="0"/>
                <a:cs typeface="Courier New" panose="02070309020205020404" pitchFamily="49" charset="0"/>
              </a:rPr>
              <a:t>7 v</a:t>
            </a:r>
            <a:r>
              <a:rPr lang="en-GB" sz="900" b="0" i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ijolicna</a:t>
            </a:r>
            <a:endParaRPr lang="en-GB" sz="900" b="0" i="0"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 latinLnBrk="1">
              <a:lnSpc>
                <a:spcPts val="1200"/>
              </a:lnSpc>
              <a:buNone/>
            </a:pPr>
            <a:r>
              <a:rPr lang="en-GB" sz="900" b="1" i="0">
                <a:solidFill>
                  <a:srgbClr val="87AFD7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#668AB6</a:t>
            </a:r>
            <a:r>
              <a:rPr lang="en-GB" sz="900" b="1" i="0">
                <a:solidFill>
                  <a:srgbClr val="FFFF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sl-SI" sz="900" b="0" i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8 s</a:t>
            </a:r>
            <a:r>
              <a:rPr lang="en-GB" sz="900" b="0" i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inja</a:t>
            </a:r>
            <a:endParaRPr lang="en-GB" sz="900" b="0" i="0"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652F816-FA9C-C796-6130-67D1423360CC}"/>
              </a:ext>
            </a:extLst>
          </p:cNvPr>
          <p:cNvSpPr txBox="1"/>
          <p:nvPr/>
        </p:nvSpPr>
        <p:spPr>
          <a:xfrm>
            <a:off x="205740" y="194749"/>
            <a:ext cx="274661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000" b="1" i="1" u="sng"/>
              <a:t>UMAR barvna paleta</a:t>
            </a:r>
            <a:r>
              <a:rPr lang="sl-SI" sz="1000" b="1" i="1" u="sng"/>
              <a:t> – </a:t>
            </a:r>
            <a:r>
              <a:rPr lang="sl-SI" sz="1000" b="1" i="1" u="sng">
                <a:latin typeface="Courier New" panose="02070309020205020404" pitchFamily="49" charset="0"/>
                <a:cs typeface="Courier New" panose="02070309020205020404" pitchFamily="49" charset="0"/>
              </a:rPr>
              <a:t>umar_cols()</a:t>
            </a:r>
            <a:r>
              <a:rPr lang="sl-SI" sz="1000" b="1" i="1" u="sng">
                <a:cs typeface="Courier New" panose="02070309020205020404" pitchFamily="49" charset="0"/>
              </a:rPr>
              <a:t>: </a:t>
            </a:r>
            <a:r>
              <a:rPr lang="sl-SI" sz="1400" b="1">
                <a:cs typeface="Courier New" panose="02070309020205020404" pitchFamily="49" charset="0"/>
              </a:rPr>
              <a:t>🌈</a:t>
            </a:r>
            <a:endParaRPr lang="en-GB" sz="1400" b="1">
              <a:cs typeface="Courier New" panose="02070309020205020404" pitchFamily="49" charset="0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3DEB7353-DADB-F5E2-C2FD-0B089CD5CD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9855412"/>
              </p:ext>
            </p:extLst>
          </p:nvPr>
        </p:nvGraphicFramePr>
        <p:xfrm>
          <a:off x="205740" y="1481795"/>
          <a:ext cx="3073997" cy="20795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4940">
                  <a:extLst>
                    <a:ext uri="{9D8B030D-6E8A-4147-A177-3AD203B41FA5}">
                      <a16:colId xmlns:a16="http://schemas.microsoft.com/office/drawing/2014/main" val="2198887921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4179080711"/>
                    </a:ext>
                  </a:extLst>
                </a:gridCol>
                <a:gridCol w="1328457">
                  <a:extLst>
                    <a:ext uri="{9D8B030D-6E8A-4147-A177-3AD203B41FA5}">
                      <a16:colId xmlns:a16="http://schemas.microsoft.com/office/drawing/2014/main" val="2806442192"/>
                    </a:ext>
                  </a:extLst>
                </a:gridCol>
              </a:tblGrid>
              <a:tr h="217619">
                <a:tc>
                  <a:txBody>
                    <a:bodyPr/>
                    <a:lstStyle/>
                    <a:p>
                      <a:r>
                        <a:rPr lang="sl-SI">
                          <a:solidFill>
                            <a:schemeClr val="tx1"/>
                          </a:solidFill>
                        </a:rPr>
                        <a:t>Argument</a:t>
                      </a:r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l-SI">
                          <a:solidFill>
                            <a:schemeClr val="tx1"/>
                          </a:solidFill>
                        </a:rPr>
                        <a:t>Vrednost</a:t>
                      </a:r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l-SI">
                          <a:solidFill>
                            <a:schemeClr val="tx1"/>
                          </a:solidFill>
                        </a:rPr>
                        <a:t>Pomen</a:t>
                      </a:r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8338153"/>
                  </a:ext>
                </a:extLst>
              </a:tr>
              <a:tr h="223987">
                <a:tc>
                  <a:txBody>
                    <a:bodyPr/>
                    <a:lstStyle/>
                    <a:p>
                      <a:r>
                        <a:rPr lang="sl-SI" sz="90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rolling</a:t>
                      </a:r>
                      <a:endParaRPr lang="en-GB" sz="90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sl-SI" sz="90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3, 4.. </a:t>
                      </a:r>
                      <a:r>
                        <a:rPr lang="sl-SI" sz="900">
                          <a:latin typeface="+mn-lt"/>
                          <a:cs typeface="Courier New" panose="02070309020205020404" pitchFamily="49" charset="0"/>
                        </a:rPr>
                        <a:t>(število obdobij)</a:t>
                      </a:r>
                      <a:endParaRPr lang="en-GB" sz="90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sl-SI" sz="900"/>
                        <a:t>desno poravnana drseča sredina </a:t>
                      </a:r>
                      <a:endParaRPr lang="en-GB" sz="90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2681612"/>
                  </a:ext>
                </a:extLst>
              </a:tr>
              <a:tr h="328130">
                <a:tc>
                  <a:txBody>
                    <a:bodyPr/>
                    <a:lstStyle/>
                    <a:p>
                      <a:r>
                        <a:rPr lang="sl-SI" sz="90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growth</a:t>
                      </a:r>
                      <a:endParaRPr lang="en-GB" sz="90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l-SI" sz="90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„YOY“</a:t>
                      </a:r>
                      <a:endParaRPr lang="en-GB" sz="90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l-SI" sz="900"/>
                        <a:t>medletna rast</a:t>
                      </a:r>
                      <a:endParaRPr lang="en-GB" sz="900"/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0763666"/>
                  </a:ext>
                </a:extLst>
              </a:tr>
              <a:tr h="223987">
                <a:tc>
                  <a:txBody>
                    <a:bodyPr/>
                    <a:lstStyle/>
                    <a:p>
                      <a:r>
                        <a:rPr lang="sl-SI" sz="90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growth</a:t>
                      </a:r>
                      <a:endParaRPr lang="en-GB" sz="90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sl-SI" sz="90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„QOQ“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sl-SI" sz="900"/>
                        <a:t>četrtletna rast (Q/Q-1)</a:t>
                      </a:r>
                      <a:endParaRPr lang="en-GB" sz="90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8034388"/>
                  </a:ext>
                </a:extLst>
              </a:tr>
              <a:tr h="223987">
                <a:tc>
                  <a:txBody>
                    <a:bodyPr/>
                    <a:lstStyle/>
                    <a:p>
                      <a:r>
                        <a:rPr lang="sl-SI" sz="90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growth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0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sl-SI" sz="90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„MOM“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l-SI" sz="900"/>
                        <a:t>mesečna rast (M/M-1)</a:t>
                      </a:r>
                      <a:endParaRPr lang="en-GB" sz="900"/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9917494"/>
                  </a:ext>
                </a:extLst>
              </a:tr>
              <a:tr h="223987">
                <a:tc>
                  <a:txBody>
                    <a:bodyPr/>
                    <a:lstStyle/>
                    <a:p>
                      <a:r>
                        <a:rPr lang="sl-SI" sz="90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index</a:t>
                      </a:r>
                      <a:endParaRPr lang="en-GB" sz="90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0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sl-SI" sz="90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„2015“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sl-SI" sz="900"/>
                        <a:t>bazno leto</a:t>
                      </a:r>
                      <a:endParaRPr lang="en-GB" sz="90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0660177"/>
                  </a:ext>
                </a:extLst>
              </a:tr>
              <a:tr h="223987">
                <a:tc>
                  <a:txBody>
                    <a:bodyPr/>
                    <a:lstStyle/>
                    <a:p>
                      <a:r>
                        <a:rPr lang="sl-SI" sz="90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index</a:t>
                      </a:r>
                      <a:endParaRPr lang="en-GB" sz="90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0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sl-SI" sz="90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„2015Q1“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l-SI" sz="900"/>
                        <a:t>bazno četrtletje</a:t>
                      </a:r>
                      <a:endParaRPr lang="en-GB" sz="900"/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4226904"/>
                  </a:ext>
                </a:extLst>
              </a:tr>
              <a:tr h="223987">
                <a:tc>
                  <a:txBody>
                    <a:bodyPr/>
                    <a:lstStyle/>
                    <a:p>
                      <a:r>
                        <a:rPr lang="sl-SI" sz="90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index</a:t>
                      </a:r>
                      <a:endParaRPr lang="en-GB" sz="90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0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sl-SI" sz="90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„2015M01“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sl-SI" sz="900">
                          <a:latin typeface="+mn-lt"/>
                          <a:cs typeface="Courier New" panose="02070309020205020404" pitchFamily="49" charset="0"/>
                        </a:rPr>
                        <a:t>bazni mesec</a:t>
                      </a:r>
                      <a:endParaRPr lang="en-GB" sz="90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2409902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C26E92B8-326E-F70E-4E23-EC42504D2AD2}"/>
              </a:ext>
            </a:extLst>
          </p:cNvPr>
          <p:cNvSpPr txBox="1"/>
          <p:nvPr/>
        </p:nvSpPr>
        <p:spPr>
          <a:xfrm>
            <a:off x="194707" y="1164245"/>
            <a:ext cx="330206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1000" b="1" i="1" u="sng"/>
              <a:t>Transformacije</a:t>
            </a:r>
            <a:r>
              <a:rPr lang="sl-SI" sz="1000" b="1" i="1" u="sng"/>
              <a:t> v </a:t>
            </a:r>
            <a:r>
              <a:rPr lang="sl-SI" sz="1000" b="1" i="1" u="sng">
                <a:latin typeface="Courier New" panose="02070309020205020404" pitchFamily="49" charset="0"/>
                <a:cs typeface="Courier New" panose="02070309020205020404" pitchFamily="49" charset="0"/>
              </a:rPr>
              <a:t>prep_chart()</a:t>
            </a:r>
            <a:r>
              <a:rPr lang="sl-SI" sz="1000" b="1" i="1" u="sng"/>
              <a:t>(za vse serije): </a:t>
            </a:r>
            <a:r>
              <a:rPr lang="sl-SI" sz="1400"/>
              <a:t>🦋</a:t>
            </a:r>
            <a:endParaRPr lang="en-GB" sz="140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586438E-D9E4-6114-5405-FAFDC4B924DA}"/>
              </a:ext>
            </a:extLst>
          </p:cNvPr>
          <p:cNvSpPr txBox="1"/>
          <p:nvPr/>
        </p:nvSpPr>
        <p:spPr>
          <a:xfrm>
            <a:off x="3361230" y="180733"/>
            <a:ext cx="1966418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1000" b="1" i="1" u="sng">
                <a:latin typeface="Courier New" panose="02070309020205020404" pitchFamily="49" charset="0"/>
              </a:rPr>
              <a:t>save_chart()</a:t>
            </a:r>
            <a:r>
              <a:rPr lang="en-GB" sz="1000" b="1" i="1" u="sng"/>
              <a:t> velikosti</a:t>
            </a:r>
            <a:r>
              <a:rPr lang="sl-SI" sz="1000" b="1" i="1" u="sng"/>
              <a:t>: </a:t>
            </a:r>
            <a:r>
              <a:rPr lang="sl-SI" sz="1400" b="1"/>
              <a:t>⚖️</a:t>
            </a:r>
          </a:p>
          <a:p>
            <a:pPr>
              <a:buNone/>
            </a:pPr>
            <a:endParaRPr lang="en-GB" sz="400" b="1"/>
          </a:p>
          <a:p>
            <a:pPr>
              <a:buFont typeface="Arial" panose="020B0604020202020204" pitchFamily="34" charset="0"/>
              <a:buChar char="•"/>
            </a:pPr>
            <a:r>
              <a:rPr lang="sl-SI" sz="900" b="1"/>
              <a:t> </a:t>
            </a:r>
            <a:r>
              <a:rPr lang="en-GB" sz="900" b="1"/>
              <a:t>1</a:t>
            </a:r>
            <a:r>
              <a:rPr lang="en-GB" sz="900"/>
              <a:t> </a:t>
            </a:r>
            <a:r>
              <a:rPr lang="sl-SI" sz="900"/>
              <a:t> </a:t>
            </a:r>
            <a:r>
              <a:rPr lang="en-GB" sz="900"/>
              <a:t>small — 7 × 9 cm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sl-SI" sz="900" b="1"/>
              <a:t> </a:t>
            </a:r>
            <a:r>
              <a:rPr lang="en-GB" sz="900" b="1"/>
              <a:t>2</a:t>
            </a:r>
            <a:r>
              <a:rPr lang="en-GB" sz="900"/>
              <a:t> </a:t>
            </a:r>
            <a:r>
              <a:rPr lang="sl-SI" sz="900"/>
              <a:t> </a:t>
            </a:r>
            <a:r>
              <a:rPr lang="en-GB" sz="900"/>
              <a:t>normal — 11 × 9 cm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sl-SI" sz="900" b="1"/>
              <a:t> </a:t>
            </a:r>
            <a:r>
              <a:rPr lang="en-GB" sz="900" b="1"/>
              <a:t>3</a:t>
            </a:r>
            <a:r>
              <a:rPr lang="en-GB" sz="900"/>
              <a:t> </a:t>
            </a:r>
            <a:r>
              <a:rPr lang="sl-SI" sz="900"/>
              <a:t> </a:t>
            </a:r>
            <a:r>
              <a:rPr lang="en-GB" sz="900"/>
              <a:t>large — 22 × 8 cm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3B1C009-64F9-4922-A122-2BDF4D9C6524}"/>
              </a:ext>
            </a:extLst>
          </p:cNvPr>
          <p:cNvSpPr txBox="1"/>
          <p:nvPr/>
        </p:nvSpPr>
        <p:spPr>
          <a:xfrm>
            <a:off x="3361231" y="1051394"/>
            <a:ext cx="2046566" cy="18928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sl-SI" sz="1000" b="1" i="1" u="sng">
                <a:cs typeface="Courier New" panose="02070309020205020404" pitchFamily="49" charset="0"/>
              </a:rPr>
              <a:t>Primer: </a:t>
            </a:r>
            <a:r>
              <a:rPr lang="sl-SI" sz="1400">
                <a:cs typeface="Courier New" panose="02070309020205020404" pitchFamily="49" charset="0"/>
              </a:rPr>
              <a:t>🪄</a:t>
            </a:r>
          </a:p>
          <a:p>
            <a:endParaRPr lang="sl-SI" sz="400" b="1" i="1" u="sng">
              <a:cs typeface="Courier New" panose="02070309020205020404" pitchFamily="49" charset="0"/>
            </a:endParaRPr>
          </a:p>
          <a:p>
            <a:r>
              <a:rPr lang="en-GB" sz="900">
                <a:latin typeface="Courier New" panose="02070309020205020404" pitchFamily="49" charset="0"/>
                <a:cs typeface="Courier New" panose="02070309020205020404" pitchFamily="49" charset="0"/>
              </a:rPr>
              <a:t>prep_chart(df,</a:t>
            </a:r>
          </a:p>
          <a:p>
            <a:r>
              <a:rPr lang="en-GB" sz="900">
                <a:latin typeface="Courier New" panose="02070309020205020404" pitchFamily="49" charset="0"/>
                <a:cs typeface="Courier New" panose="02070309020205020404" pitchFamily="49" charset="0"/>
              </a:rPr>
              <a:t>  title = "BDP",</a:t>
            </a:r>
            <a:endParaRPr lang="sl-SI" sz="9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sl-SI" sz="900">
                <a:latin typeface="Courier New" panose="02070309020205020404" pitchFamily="49" charset="0"/>
                <a:cs typeface="Courier New" panose="02070309020205020404" pitchFamily="49" charset="0"/>
              </a:rPr>
              <a:t>  type = c(</a:t>
            </a:r>
            <a:r>
              <a:rPr lang="en-GB" sz="900"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sl-SI" sz="900">
                <a:latin typeface="Courier New" panose="02070309020205020404" pitchFamily="49" charset="0"/>
                <a:cs typeface="Courier New" panose="02070309020205020404" pitchFamily="49" charset="0"/>
              </a:rPr>
              <a:t>line</a:t>
            </a:r>
            <a:r>
              <a:rPr lang="en-GB" sz="900"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sl-SI" sz="90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GB" sz="900">
                <a:latin typeface="Courier New" panose="02070309020205020404" pitchFamily="49" charset="0"/>
                <a:cs typeface="Courier New" panose="02070309020205020404" pitchFamily="49" charset="0"/>
              </a:rPr>
              <a:t> "</a:t>
            </a:r>
            <a:r>
              <a:rPr lang="sl-SI" sz="900">
                <a:latin typeface="Courier New" panose="02070309020205020404" pitchFamily="49" charset="0"/>
                <a:cs typeface="Courier New" panose="02070309020205020404" pitchFamily="49" charset="0"/>
              </a:rPr>
              <a:t>bar</a:t>
            </a:r>
            <a:r>
              <a:rPr lang="en-GB" sz="900"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sl-SI" sz="900">
                <a:latin typeface="Courier New" panose="02070309020205020404" pitchFamily="49" charset="0"/>
                <a:cs typeface="Courier New" panose="02070309020205020404" pitchFamily="49" charset="0"/>
              </a:rPr>
              <a:t>),</a:t>
            </a:r>
            <a:endParaRPr lang="en-GB" sz="9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GB" sz="900">
                <a:latin typeface="Courier New" panose="02070309020205020404" pitchFamily="49" charset="0"/>
                <a:cs typeface="Courier New" panose="02070309020205020404" pitchFamily="49" charset="0"/>
              </a:rPr>
              <a:t>  y_axis = "</a:t>
            </a:r>
            <a:r>
              <a:rPr lang="sl-SI" sz="900">
                <a:latin typeface="Courier New" panose="02070309020205020404" pitchFamily="49" charset="0"/>
                <a:cs typeface="Courier New" panose="02070309020205020404" pitchFamily="49" charset="0"/>
              </a:rPr>
              <a:t>Medletna rast</a:t>
            </a:r>
            <a:r>
              <a:rPr lang="en-GB" sz="900">
                <a:latin typeface="Courier New" panose="02070309020205020404" pitchFamily="49" charset="0"/>
                <a:cs typeface="Courier New" panose="02070309020205020404" pitchFamily="49" charset="0"/>
              </a:rPr>
              <a:t>",</a:t>
            </a:r>
          </a:p>
          <a:p>
            <a:r>
              <a:rPr lang="en-GB" sz="900">
                <a:latin typeface="Courier New" panose="02070309020205020404" pitchFamily="49" charset="0"/>
                <a:cs typeface="Courier New" panose="02070309020205020404" pitchFamily="49" charset="0"/>
              </a:rPr>
              <a:t>  colours = c(1, 5),</a:t>
            </a:r>
          </a:p>
          <a:p>
            <a:r>
              <a:rPr lang="en-GB" sz="900">
                <a:latin typeface="Courier New" panose="02070309020205020404" pitchFamily="49" charset="0"/>
                <a:cs typeface="Courier New" panose="02070309020205020404" pitchFamily="49" charset="0"/>
              </a:rPr>
              <a:t>  growth = "YOY",</a:t>
            </a:r>
          </a:p>
          <a:p>
            <a:r>
              <a:rPr lang="en-GB" sz="900">
                <a:latin typeface="Courier New" panose="02070309020205020404" pitchFamily="49" charset="0"/>
                <a:cs typeface="Courier New" panose="02070309020205020404" pitchFamily="49" charset="0"/>
              </a:rPr>
              <a:t>  xmin = "20</a:t>
            </a:r>
            <a:r>
              <a:rPr lang="sl-SI" sz="900"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GB" sz="900">
                <a:latin typeface="Courier New" panose="02070309020205020404" pitchFamily="49" charset="0"/>
                <a:cs typeface="Courier New" panose="02070309020205020404" pitchFamily="49" charset="0"/>
              </a:rPr>
              <a:t>0-01-01"</a:t>
            </a:r>
            <a:r>
              <a:rPr lang="sl-SI" sz="90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r>
              <a:rPr lang="sl-SI" sz="900">
                <a:latin typeface="Courier New" panose="02070309020205020404" pitchFamily="49" charset="0"/>
                <a:cs typeface="Courier New" panose="02070309020205020404" pitchFamily="49" charset="0"/>
              </a:rPr>
              <a:t>  rolling = 3</a:t>
            </a:r>
            <a:r>
              <a:rPr lang="en-GB" sz="900">
                <a:latin typeface="Courier New" panose="02070309020205020404" pitchFamily="49" charset="0"/>
                <a:cs typeface="Courier New" panose="02070309020205020404" pitchFamily="49" charset="0"/>
              </a:rPr>
              <a:t>) |&gt;</a:t>
            </a:r>
            <a:endParaRPr lang="sl-SI" sz="9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GB" sz="900">
                <a:latin typeface="Courier New" panose="02070309020205020404" pitchFamily="49" charset="0"/>
                <a:cs typeface="Courier New" panose="02070309020205020404" pitchFamily="49" charset="0"/>
              </a:rPr>
              <a:t>view_chart() |&gt;</a:t>
            </a:r>
          </a:p>
          <a:p>
            <a:r>
              <a:rPr lang="en-GB" sz="900">
                <a:latin typeface="Courier New" panose="02070309020205020404" pitchFamily="49" charset="0"/>
                <a:cs typeface="Courier New" panose="02070309020205020404" pitchFamily="49" charset="0"/>
              </a:rPr>
              <a:t>save_chart("bdp.pdf", size = 2)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56F00C4-CAAC-2798-A0D2-6A23A6DE7F5D}"/>
              </a:ext>
            </a:extLst>
          </p:cNvPr>
          <p:cNvSpPr txBox="1"/>
          <p:nvPr/>
        </p:nvSpPr>
        <p:spPr>
          <a:xfrm>
            <a:off x="3361230" y="2891551"/>
            <a:ext cx="1966419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1000" b="1" i="1" u="sng"/>
              <a:t>Pomoč</a:t>
            </a:r>
            <a:r>
              <a:rPr lang="sl-SI" sz="1000" b="1" i="1" u="sng"/>
              <a:t>: </a:t>
            </a:r>
            <a:r>
              <a:rPr lang="sl-SI" sz="1400"/>
              <a:t>🤯</a:t>
            </a:r>
          </a:p>
          <a:p>
            <a:pPr>
              <a:buNone/>
            </a:pPr>
            <a:endParaRPr lang="en-GB" sz="400" b="1" i="1" u="sng"/>
          </a:p>
          <a:p>
            <a:pPr>
              <a:buNone/>
            </a:pPr>
            <a:r>
              <a:rPr lang="en-GB" sz="900">
                <a:latin typeface="Courier New" panose="02070309020205020404" pitchFamily="49" charset="0"/>
                <a:cs typeface="Courier New" panose="02070309020205020404" pitchFamily="49" charset="0"/>
              </a:rPr>
              <a:t>vignette("user-facing-umar-chart-API", package = "UMARvisualisR")</a:t>
            </a:r>
          </a:p>
        </p:txBody>
      </p:sp>
    </p:spTree>
    <p:extLst>
      <p:ext uri="{BB962C8B-B14F-4D97-AF65-F5344CB8AC3E}">
        <p14:creationId xmlns:p14="http://schemas.microsoft.com/office/powerpoint/2010/main" val="37303730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106</TotalTime>
  <Words>431</Words>
  <Application>Microsoft Office PowerPoint</Application>
  <PresentationFormat>Custom</PresentationFormat>
  <Paragraphs>114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Aptos</vt:lpstr>
      <vt:lpstr>Aptos Display</vt:lpstr>
      <vt:lpstr>Arial</vt:lpstr>
      <vt:lpstr>Consolas</vt:lpstr>
      <vt:lpstr>Courier New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Maja Založnik</dc:creator>
  <cp:lastModifiedBy>Maja Založnik</cp:lastModifiedBy>
  <cp:revision>4</cp:revision>
  <cp:lastPrinted>2026-06-03T14:46:16Z</cp:lastPrinted>
  <dcterms:created xsi:type="dcterms:W3CDTF">2026-06-03T13:32:09Z</dcterms:created>
  <dcterms:modified xsi:type="dcterms:W3CDTF">2026-06-03T15:18:54Z</dcterms:modified>
</cp:coreProperties>
</file>